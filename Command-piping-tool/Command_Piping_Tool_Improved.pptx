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62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Command Piping Tool Using Anonymous Pipes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A261"/>
                </a:solidFill>
              </a:rPr>
              <a:t>Operating Systems Project  |  Inter-Process Communication in Linux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Akshitha - 2510030176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Ashritha - 2510030120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Shreeshnavi - 2510030122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Ansh - 2510030002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Introduction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is piping?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Linux connects commands with the | operator. The first command writes to standard output; the second reads from standard input. An anonymous pipe is a simple one-way IPC channel between related processes.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3383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Example: ls -l | grep .c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ls -l: produces directory entries on standard output.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|: connects the producer to the consumer.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grep .c: reads standard input and filters matching names.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Problem Statement and Objectives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33832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The shell hides how a pipe really works. Students use | daily without seeing the fork, descriptor and synchronization steps behind it. We need a small tool that exposes this mechanism.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Build a minimal pipeline engine in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Create two children with fork()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Redirect stdin and stdout with dup2()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Run commands with execvp()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Synchronize using wait() / waitpid()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Goal: a working two-command pipeline, not a full shell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Literature Review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Relevance to our project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McIlroy (1964 memo); Unix pipes, 1973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Programs should connect like garden hoses; pipes added to Unix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Origin of the | operator we recreate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Ritchie and Thompson, The UNIX Time-Sharing System (CACM, 1974)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Describes processes, file descriptors and pipes in Unix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Explains the fork/descriptor model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Silberschatz et al., Operating System Concepts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Ordinary pipes: unidirectional, parent-child IPC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Matches our anonymous pipe design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Kerrisk, The Linux Programming Interface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Detailed use of pipe(), dup2(), close() and EOF rules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Guides correct descriptor handling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Stevens and Rago, Advanced Programming in the UNIX Environment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Process control and IPC in 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Reference for fork/exec/wait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Linux man pages: pipe(2), dup2(2), execvp(3)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Official behaviour of each call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Basis for error handling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Tools and Environment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560320" cy="150876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Environment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Linux on Ubuntu, Debian, Fedora, Arch or WSL2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150876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43000"/>
            <a:ext cx="64008" cy="1508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GCC and make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560320" cy="150876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43000"/>
            <a:ext cx="64008" cy="1508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Debug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gdb and valgrind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2560320" cy="150876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80360"/>
            <a:ext cx="64008" cy="1508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Observe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ps, top, strace, lsof, ipcs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560320" cy="150876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880360"/>
            <a:ext cx="64008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commands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ls, grep, cat, wc, echo, tr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System Calls and Headers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API / Header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in project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pipe()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Create a one-way channel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Returns pfd[0] (read), pfd[1] (write)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fork()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Create a child process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Creates Child 1 and Child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dup2()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Duplicate a descriptor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Maps pipe ends to stdin/stdout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execvp()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Replace process image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Runs cmd1 or cmd2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close()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Release a descriptor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Prevents leaks, keeps EOF correct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wait()/waitpid()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Wait for children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Parent syncs with both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stdio.h, stdlib.h, unistd.h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Runtime support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Errors, memory, system calls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Methodology: Nine Deliberate Steps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 an anonymous pipe with pipe(pfd)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Fork Child 1; it maps stdout to pfd[1]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Child 1 executes command 1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Fork Child 2; it maps stdin to pfd[0]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Child 2 executes command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4300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process closes the pipe ends it does not use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Parent closes both descriptors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Parent waits for both children with waitpid()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Approach: design, code, test with three pipelines, then trace with strace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Architecture: Parent Coordinates Two Children</a:t>
            </a:r>
          </a:p>
        </p:txBody>
      </p:sp>
      <p:sp>
        <p:nvSpPr>
          <p:cNvPr id="3" name="Shape 1"/>
          <p:cNvSpPr/>
          <p:nvPr/>
        </p:nvSpPr>
        <p:spPr>
          <a:xfrm>
            <a:off x="3291840" y="1097280"/>
            <a:ext cx="256032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9184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Parent: setup and wait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01168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Child 1: cmd1 (ls -l)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560320"/>
            <a:ext cx="201168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Anonymous pipe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2560320"/>
            <a:ext cx="20116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Child 2: cmd2 (grep .c)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5603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/>
                </a:solidFill>
              </a:rPr>
              <a:t>›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5603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/>
                </a:solidFill>
              </a:rPr>
              <a:t>›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383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A"/>
                </a:solidFill>
              </a:rPr>
              <a:t>stdout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383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A"/>
                </a:solidFill>
              </a:rPr>
              <a:t>stdin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The children move the data; the parent owns setup and waits without processing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Implementation (C Source)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74904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&lt;unistd.h&gt;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&lt;sys/types.h&gt;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&lt;sys/wait.h&gt;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pfd[2]; pid_t a, b;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*x[] = {"ls", "-l", NULL}, *y[] = {"grep", ".c", NULL};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(pipe(pfd) == -1) { perror("pipe"); return 1;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= fork();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-1) { perror("fork"); close(pfd[0]); close(pfd[1]); return 1;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0)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(dup2(pfd[1], STDOUT_FILENO) == -1) { perror("dup2"); _exit(1);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close(pfd[0]); close(pfd[1]);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execvp(x[0], x); perror("execvp"); _exit(127);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 = fork();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== -1) { perror("fork"); close(pfd[0]); close(pfd[1]); waitpid(a, NULL, 0); return 1;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== 0)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(dup2(pfd[0], STDIN_FILENO) == -1) { perror("dup2"); _exit(1);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close(pfd[0]); close(pfd[1]);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execvp(y[0], y); perror("execvp"); _exit(127);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close(pfd[0]); close(pfd[1]);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waitpid(a, NULL, 0); waitpid(b, NULL, 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Test Cases and Results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Pipeline test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validates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ls -l | grep .c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Displays files matching .c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Directory output flows into a filter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cat /etc/passwd | wc -l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Prints the number of lines (users)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Producer output becomes a count input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echo "hello operating system" | tr a-z A-Z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HELLO OPERATING SYSTEM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Text is transformed across the pipe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three pipelines produced the expected output. Exact output varies with the Linux system and current files.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Validation and Debugging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560320" cy="228600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228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Compile and run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gcc pipe_tool.c -o pipe_tool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./pipe_tool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228600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43000"/>
            <a:ext cx="64008" cy="2286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Trace and inspect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00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strace ./pipe_tool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ps, top, lsof, ipcs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560320" cy="228600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43000"/>
            <a:ext cx="64008" cy="2286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Debug and memory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00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gdb ./pipe_tool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valgrind ./pipe_tool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Validation checks both the visible output and the underlying process and descriptor behaviour.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Outcome and Learning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Outcome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A working two-command pipeline engine in C that reproduces the shell | operator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Correct EOF behaviour by closing unused descriptors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Error handling on every system call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Parent and both children synchronized with waitpid()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3383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we learned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How pipe(), fork(), dup2() and execvp() combine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Why unused pipe ends must be closed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How IPC works between related processes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How to verify behaviour with strace and lsof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Limitations and Future Scope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64008" cy="33832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Supports only two commands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Commands are fixed in the code, no input parsing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No redirection, quoting or built-in commands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Anonymous pipes work only between related processes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3383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Parse user input such as a | b |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Support N-stage pipelines with a loop of pipes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Add &lt; and &gt; redirection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Explore named pipes (FIFOs) for unrelated processes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06A"/>
                </a:solidFill>
              </a:rPr>
              <a:t>Report child exit status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Conclusion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tool shows how the shell implements the | operator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pipe() creates the channel, fork() the processes, dup2() the redirection and execvp() the commands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Closing unused descriptors and waiting for children keep the pipeline correct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Three tested pipelines confirm the design works as expected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Thank you. Questions?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References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M. D. McIlroy, Unix pipes: origin and design (Bell Labs, 1964 memo and 1973 implementation)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D. M. Ritchie and K. Thompson, The UNIX Time-Sharing System, Communications of the ACM, 1974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A. Silberschatz, P. Galvin and G. Gagne, Operating System Concepts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M. Kerrisk, The Linux Programming Interface, No Starch Press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W. R. Stevens and S. A. Rago, Advanced Programming in the UNIX Environment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Linux manual pages: pipe(2), fork(2), dup2(2), execvp(3), waitpid(2)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Tool">
  <a:themeElements>
    <a:clrScheme name="PipeTool">
      <a:dk1>
        <a:srgbClr val="14213D"/>
      </a:dk1>
      <a:lt1>
        <a:srgbClr val="FFFFFF"/>
      </a:lt1>
      <a:dk2>
        <a:srgbClr val="2A9D8F"/>
      </a:dk2>
      <a:lt2>
        <a:srgbClr val="F3F6FA"/>
      </a:lt2>
      <a:accent1>
        <a:srgbClr val="2A9D8F"/>
      </a:accent1>
      <a:accent2>
        <a:srgbClr val="F4A261"/>
      </a:accent2>
      <a:accent3>
        <a:srgbClr val="3D5A98"/>
      </a:accent3>
      <a:accent4>
        <a:srgbClr val="E76F51"/>
      </a:accent4>
      <a:accent5>
        <a:srgbClr val="6B7A90"/>
      </a:accent5>
      <a:accent6>
        <a:srgbClr val="DCE3EC"/>
      </a:accent6>
      <a:hlink>
        <a:srgbClr val="3D5A98"/>
      </a:hlink>
      <a:folHlink>
        <a:srgbClr val="6B7A90"/>
      </a:folHlink>
    </a:clrScheme>
    <a:fontScheme name="PipeToo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1481</Words>
  <Application>Microsoft Macintosh PowerPoint</Application>
  <PresentationFormat>On-screen Show (16:9)</PresentationFormat>
  <Paragraphs>219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PipeTool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Ansh .</cp:lastModifiedBy>
  <cp:revision>2</cp:revision>
  <dcterms:created xsi:type="dcterms:W3CDTF">2026-10-09T07:10:12Z</dcterms:created>
  <dcterms:modified xsi:type="dcterms:W3CDTF">2026-10-10T04:07:45Z</dcterms:modified>
</cp:coreProperties>
</file>